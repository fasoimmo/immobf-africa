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couverture — ImmoBF Africa — Septembre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problème : marché immobilier africain fragmenté, paiements mobiles non intégrés, barrière linguistique.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solution : app mobile iOS/Android, paiements mobiles africains, multilingue, géoloc, commissions, 12+ pays.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clés : 175 pays App Store, 12+ pays UEMOA, 4 langues, 3 opérateurs mobile money. Status : iOS en attente, Android Alpha, backend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pays ciblés dans la zone UEMOA. Burkina Faso = marché principal. Marché immobilier africain estimé à 50 milliards USD.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: React Native (Expo), Next.js (Vercel), Node.js/Express (Railway), PostgreSQL, FedaPay + Orange/Moov/Wave.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Avantage concurrentiel : 4 opérateurs mobiles intégrés via FedaPay. 100% mobile money, aucune carte bancaire requise.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sources de revenus : annonces premium, commissions agents, abonnements pro, publicité géolocalisée, API partenaires, data/analytics.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Q3 2026 à Q2 2027, vision 2028 : 15 pays, 500k utilisateurs, 50k annonces/mois.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Contacts : contact@immoafrica.online / admin@immoafrica.online — www.immoafrica.online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ImmoBF Africa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immobilière de l'Afrique de l'Ouest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6400800" cy="36576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 •  Android  •  Web  •  Mobile Money  •  UEMOA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DEV YAZID CONSULTING (SARL) — Ouagadougou, Burkina Faso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www.immoafrica.online  |  Septembre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394960" cy="1920240"/>
          </a:xfrm>
          <a:prstGeom prst="rect">
            <a:avLst/>
          </a:prstGeom>
          <a:solidFill>
            <a:srgbClr val="16213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Marché fragmenté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d'annonces éparpillées sur les réseaux sociaux, sans garantie ni structure.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94960" cy="1920240"/>
          </a:xfrm>
          <a:prstGeom prst="rect">
            <a:avLst/>
          </a:prstGeom>
          <a:solidFill>
            <a:srgbClr val="16213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Paiements inadaptés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57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plateformes étrangères ignorent le mobile money (Orange Money, Wave, Moov) utilisé par 80% des Africains.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5394960" cy="1920240"/>
          </a:xfrm>
          <a:prstGeom prst="rect">
            <a:avLst/>
          </a:prstGeom>
          <a:solidFill>
            <a:srgbClr val="16213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Barrière linguistique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43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plateforme locale ne propose les langues nationales (Mooré, Dioula) pour les populations rurales.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394960" cy="1920240"/>
          </a:xfrm>
          <a:prstGeom prst="rect">
            <a:avLst/>
          </a:prstGeom>
          <a:solidFill>
            <a:srgbClr val="16213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Pas d'app dédiée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343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solution mobile professionnelle adaptée aux contraintes de connectivité ouest-africaines.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ImmoBF Africa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immobilière complète, conçue pour l'Afrique de l'Ouest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native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 / Expo)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1965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Mobiles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Money, Moov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Wave, FedaPay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0" y="1965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Français, English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Mooré, Dioula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" y="4251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166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géolocalisés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26280" y="4251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166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agents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411480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0" y="4251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UEMOA Ready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5166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pays couverts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progressive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&amp; Statut Déploiement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560320" cy="1828800"/>
          </a:xfrm>
          <a:prstGeom prst="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accessibles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Store iOS)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828800"/>
          </a:xfrm>
          <a:prstGeom prst="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UEMOA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560320" cy="1828800"/>
          </a:xfrm>
          <a:prstGeom prst="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supportées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463040"/>
            <a:ext cx="2560320" cy="1828800"/>
          </a:xfrm>
          <a:prstGeom prst="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256032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E878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2560320" cy="164592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— App Store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805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v1.6.7 (build 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Review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657600"/>
            <a:ext cx="256032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2767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657600"/>
            <a:ext cx="2560320" cy="16459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Google Play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44805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v1.6.7 (versionCode 16)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publique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657600"/>
            <a:ext cx="256032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657600"/>
            <a:ext cx="2560320" cy="1645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4805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— Node.js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3657600"/>
            <a:ext cx="256032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2C7A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0" y="3657600"/>
            <a:ext cx="2560320" cy="164592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5256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44805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Next.js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www.immoafrica.online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Cibles — Zone UEMOA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🇧🇫  Burkina Faso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Marché principal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🇨🇮  Côte d'Ivoire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🇸🇳  Sénégal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🇲🇱  Mali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🇹🇬  Togo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🇧🇯  Bénin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🇳🇪  Niger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🇬🇳  Guinée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🇬🇭  Ghana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🇳🇬  Nigeria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🇨🇲  Cameroun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🇨🇩  Congo RDC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0" y="1280160"/>
            <a:ext cx="3017520" cy="51206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78240" y="1371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Immobilier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Africain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Md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d'habitants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croissante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4389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8778240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0" y="5394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$50Mds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immo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UEMOA (estim.)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Application Mobile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Native + Expo SDK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 Build &amp; Submit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(App Store) + Android (Play)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push (APNs/FCM)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Bundle ID: africa.immobf.app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517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8328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Frontend Web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(React)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Déploiement Vercel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SSR + SEO optimisé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next-i18next (fr/en/mos/dyu)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www.immoafrica.online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6517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 API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+ Express.js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(Railway)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Authentication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JSON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Railway auto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1371600"/>
            <a:ext cx="26517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0" y="1371600"/>
            <a:ext cx="2651760" cy="502920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5256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Paiements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FedaPay (agrégateur)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Orange Money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Moov Money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09828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Wave Mobile Money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09828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Webhooks HMAC sécurisés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Mobiles — Avantage Concurrentiel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Afrique de l'Ouest, 80% des transactions passent par le mobile money.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ImmoBF Africa est la seule plateforme immobilière à intégrer nativement ces paiements.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560320" cy="3474720"/>
          </a:xfrm>
          <a:prstGeom prst="rect">
            <a:avLst/>
          </a:prstGeom>
          <a:solidFill>
            <a:srgbClr val="16213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2560320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Money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 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BF, CI, SN, ML, GN, CM...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pays Afrique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560320" cy="3474720"/>
          </a:xfrm>
          <a:prstGeom prst="rect">
            <a:avLst/>
          </a:prstGeom>
          <a:solidFill>
            <a:srgbClr val="16213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194560"/>
            <a:ext cx="256032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Moov Money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 :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BF, CI, TG, BJ, ML...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pays UEMOA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194560"/>
            <a:ext cx="2560320" cy="3474720"/>
          </a:xfrm>
          <a:prstGeom prst="rect">
            <a:avLst/>
          </a:prstGeom>
          <a:solidFill>
            <a:srgbClr val="16213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194560"/>
            <a:ext cx="2560320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 :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SN, CI, BF, ML...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UEMOA francophone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0" y="2194560"/>
            <a:ext cx="2560320" cy="3474720"/>
          </a:xfrm>
          <a:prstGeom prst="rect">
            <a:avLst/>
          </a:prstGeom>
          <a:solidFill>
            <a:srgbClr val="16213E"/>
          </a:solidFill>
          <a:ln w="19050">
            <a:solidFill>
              <a:srgbClr val="E878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2194560"/>
            <a:ext cx="2560320" cy="164592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5256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FedaPay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 :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Visa/MC + agrégation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carte bancaire requise — 100% mobile money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Annonces Premium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mises en avant pour les propriétaires et agents.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déploiement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Commissions Agents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57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Pourcentage sur transactions immobilières facilitées via la plateforme.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déploiement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Abonnements Pro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057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illimité pour agences immobilières avec outils avancés.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Q1 2027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Publicité ciblée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26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publicitaires géolocalisés pour professionnels de l'immo.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Q2 2027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2628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API Partenaires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26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API pour portails immobiliers tiers et intégrations B2B.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440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2027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3840480"/>
            <a:ext cx="3566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&amp; Analytics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526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marché pour investisseurs et promoteurs immobiliers.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5440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2028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2026 — 2027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1554480"/>
            <a:ext cx="54864" cy="4754880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5" name="Shape 3"/>
          <p:cNvSpPr/>
          <p:nvPr/>
        </p:nvSpPr>
        <p:spPr>
          <a:xfrm>
            <a:off x="1527048" y="1481328"/>
            <a:ext cx="402336" cy="402336"/>
          </a:xfrm>
          <a:prstGeom prst="ellipse">
            <a:avLst/>
          </a:prstGeom>
          <a:solidFill>
            <a:srgbClr val="E878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46888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E878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Mise en ligne App Store iOS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46888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E878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Android Beta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554480"/>
            <a:ext cx="54864" cy="475488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1688" y="1481328"/>
            <a:ext cx="402336" cy="402336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9184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2194560"/>
            <a:ext cx="246888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Commissions opérationnelles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3200400"/>
            <a:ext cx="246888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Expansion CI &amp; SN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60920" y="1554480"/>
            <a:ext cx="54864" cy="4754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196328" y="1481328"/>
            <a:ext cx="402336" cy="402336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2194560"/>
            <a:ext cx="246888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Abonnements agences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200400"/>
            <a:ext cx="246888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SMS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195560" y="1554480"/>
            <a:ext cx="54864" cy="475488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30968" y="1481328"/>
            <a:ext cx="402336" cy="402336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052560" y="2194560"/>
            <a:ext cx="246888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2C7A7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ouverte partenaires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052560" y="3200400"/>
            <a:ext cx="246888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2C7A7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dashboard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Vision 2028 : 15 pays  •  500 000 utilisateurs actifs  •  50 000 annonces/mois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Contactez-nous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097280" cy="64008"/>
          </a:xfrm>
          <a:prstGeom prst="rect">
            <a:avLst/>
          </a:prstGeom>
          <a:solidFill>
            <a:srgbClr val="E878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DEV YAZID CONSULTING (SARL)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RCCM : BF-OUA-01-2025-B12-13511   |   IFU : 00282172N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Ouagadougou, Burkina Faso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Site web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www.immoafrica.online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Contact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contact@immoafrica.online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46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Admin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admin@immoafrica.online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apps.apple.com/app/id6809453557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Android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play.google.com/store/apps/details?id=africa.immobf.app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846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Confidentialité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www.immoafrica.online/fr/legal/privacy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ImmoBF Africa — Bâtir l'avenir de l'immobilier africain 🌍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ImmoBF Africa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ImmoBF Africa — Présentation</dc:title>
  <dc:subject>PptxGenJS Presentation</dc:subject>
  <dc:creator>Africa DEV YAZID CONSULTING</dc:creator>
  <cp:lastModifiedBy>Africa DEV YAZID CONSULTING</cp:lastModifiedBy>
  <cp:revision>1</cp:revision>
  <dcterms:created xsi:type="dcterms:W3CDTF">2026-09-18T13:38:54Z</dcterms:created>
  <dcterms:modified xsi:type="dcterms:W3CDTF">2026-09-18T13:38:54Z</dcterms:modified>
</cp:coreProperties>
</file>